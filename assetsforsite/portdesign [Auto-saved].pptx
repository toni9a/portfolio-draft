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  <p:sldId id="261" r:id="rId6"/>
    <p:sldId id="262" r:id="rId7"/>
    <p:sldId id="269" r:id="rId8"/>
    <p:sldId id="270" r:id="rId9"/>
    <p:sldId id="271" r:id="rId10"/>
    <p:sldId id="263" r:id="rId11"/>
    <p:sldId id="264" r:id="rId12"/>
    <p:sldId id="265" r:id="rId13"/>
    <p:sldId id="266" r:id="rId14"/>
    <p:sldId id="267" r:id="rId15"/>
    <p:sldId id="25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81"/>
    <p:restoredTop sz="94581"/>
  </p:normalViewPr>
  <p:slideViewPr>
    <p:cSldViewPr snapToGrid="0">
      <p:cViewPr varScale="1">
        <p:scale>
          <a:sx n="113" d="100"/>
          <a:sy n="113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2CD76-8152-DF0C-9998-9E76995790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126EC0-C1A2-E42B-58BB-868A3F788A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720C9-43D5-AB5D-5944-EF607AFCE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5B15-6B1D-AB46-8F8F-E7008E5FEFA6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9D338-6358-3567-2C8B-4EBA217C2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FFDB9-B628-87C4-CC61-B7881F3AD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B4945-48B7-4A40-BDF5-548CDE373E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5673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6ACCB-4CCB-D9DF-2D30-D479E290F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817EC-BCCE-AF13-8EC6-CB27229FC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1182E0-C1C1-7925-A17D-7176BF5D7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5B15-6B1D-AB46-8F8F-E7008E5FEFA6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83092-D3DC-83F9-6D99-8CA0BB01A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F4C50-86C5-C9DA-C6B9-7FD44E938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B4945-48B7-4A40-BDF5-548CDE373E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2662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AE918-29DC-5659-DCD9-1C1631E76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57F90-AADE-6F21-AE49-FAB0FEF0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68FA7-7FD8-EB79-C458-0FE121FD6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5B15-6B1D-AB46-8F8F-E7008E5FEFA6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A50C8-E7A5-5F00-71A6-E52D8C1F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00D44-E61C-B3E9-72B9-280598770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B4945-48B7-4A40-BDF5-548CDE373E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9573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FDF31-9162-B26A-5AD9-2778BCC07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84A08-20DE-1609-BD91-9A82CB3C30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0AC95F-5E75-CE0E-CBBF-7B7C08AA5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6BCDC-25AD-E931-C642-1502C275A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5B15-6B1D-AB46-8F8F-E7008E5FEFA6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B5C206-8B8C-28B6-3AAE-386EFADA1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3E0E96-7F1A-5643-2D87-BE47DD998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B4945-48B7-4A40-BDF5-548CDE373E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9047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34DBF-8D0D-3842-494A-20DDED35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6A5E73-99DD-5A84-2427-C9AF3497D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56DD86-BBBE-9CE4-FC7A-697EADDB55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A9AA86-E07A-5492-C729-934F11308B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C6161E-7D6B-35F6-D42A-1AF41611C4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69EC61-B239-7A66-D341-ECEF3C0BB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5B15-6B1D-AB46-8F8F-E7008E5FEFA6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519F95-083C-FBBD-1C38-CE1233060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C3F934-BF13-FA68-140D-A7006EED2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B4945-48B7-4A40-BDF5-548CDE373E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197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E5F8E-043C-7735-756C-6A8C3CCA7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836336-9E01-31F5-CC80-0E1AA9350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5B15-6B1D-AB46-8F8F-E7008E5FEFA6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34E418-2E5A-AE7B-C3DB-18F391686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095879-475A-5729-3E8B-AC6FBC48B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B4945-48B7-4A40-BDF5-548CDE373E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2891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9273B8-EA46-5CB0-067C-7D3D61CD0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5B15-6B1D-AB46-8F8F-E7008E5FEFA6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9BFF57-BFD9-8DCF-B722-139BC08A7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3A08E-A44F-E856-A6E5-74DECB3DC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B4945-48B7-4A40-BDF5-548CDE373E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6989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80740-D449-A0D8-189A-E489D2538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2E97D-124A-4A7D-B381-A6ED7998E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86F21F-7988-972F-BFE4-CF2443B9C2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9F3C8-47DA-11A6-A229-4481FEE6B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5B15-6B1D-AB46-8F8F-E7008E5FEFA6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448006-6A76-C26F-50FD-843155BB1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DD6DF5-3FE8-A0DB-237E-F3F23C1BB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B4945-48B7-4A40-BDF5-548CDE373E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8612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138D2-E965-4F18-75CC-78826FF8A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DF6A1D-D931-0644-2D4B-07253959A2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BC2E26-8589-CC47-55A3-5D279652D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90FB21-22CA-5DD6-9AB7-5ED885D94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5B15-6B1D-AB46-8F8F-E7008E5FEFA6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822D07-300D-9295-0317-0644DFD7D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6F1E4E-91DF-46AA-B77B-5C9E81B2D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B4945-48B7-4A40-BDF5-548CDE373E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7274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17368-7887-E9E7-CE62-D1ECEFF20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8B656D-44E6-F034-ED75-C82B2EF08C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28D94-4EFC-D894-B596-122567FEE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5B15-6B1D-AB46-8F8F-E7008E5FEFA6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9714E-F6F7-4536-C2FC-EF1E30239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B38D3-18A9-4F15-0C9E-A786DED81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B4945-48B7-4A40-BDF5-548CDE373E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2490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B65C76-3F41-23DC-C431-5E286D1F6B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D04CDC-8A59-4137-166D-2657ABE439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4D24B-C99A-233F-C688-A07343CC8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5B15-6B1D-AB46-8F8F-E7008E5FEFA6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E38D1-718F-5ACB-49B6-CCF9BDA0A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4F048-B07A-6E87-478D-376224DC3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B4945-48B7-4A40-BDF5-548CDE373E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6016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5E8A90-B2C9-ECC2-AE6D-7406BA1F9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E1B1B-C0EB-5C1B-7599-D740EA320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8FBEB-8366-8AF3-B0F2-719DD79715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F75B15-6B1D-AB46-8F8F-E7008E5FEFA6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4FA17-F5AD-B571-80AF-61E40DE99F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03028-AD14-277A-C50A-804F8A538B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8B4945-48B7-4A40-BDF5-548CDE373E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1690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openxmlformats.org/officeDocument/2006/relationships/image" Target="../media/image4.png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openxmlformats.org/officeDocument/2006/relationships/image" Target="../media/image5.png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microsoft.com/office/2007/relationships/hdphoto" Target="../media/hdphoto2.wdp"/><Relationship Id="rId12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microsoft.com/office/2007/relationships/hdphoto" Target="../media/hdphoto3.wdp"/><Relationship Id="rId12" Type="http://schemas.openxmlformats.org/officeDocument/2006/relationships/image" Target="../media/image14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microsoft.com/office/2007/relationships/hdphoto" Target="../media/hdphoto4.wdp"/><Relationship Id="rId3" Type="http://schemas.openxmlformats.org/officeDocument/2006/relationships/image" Target="../media/image6.png"/><Relationship Id="rId7" Type="http://schemas.microsoft.com/office/2007/relationships/hdphoto" Target="../media/hdphoto3.wdp"/><Relationship Id="rId12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5" Type="http://schemas.microsoft.com/office/2007/relationships/hdphoto" Target="../media/hdphoto5.wdp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1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microsoft.com/office/2007/relationships/hdphoto" Target="../media/hdphoto6.wdp"/><Relationship Id="rId3" Type="http://schemas.openxmlformats.org/officeDocument/2006/relationships/image" Target="../media/image6.png"/><Relationship Id="rId7" Type="http://schemas.microsoft.com/office/2007/relationships/hdphoto" Target="../media/hdphoto3.wdp"/><Relationship Id="rId12" Type="http://schemas.openxmlformats.org/officeDocument/2006/relationships/image" Target="../media/image18.png"/><Relationship Id="rId17" Type="http://schemas.microsoft.com/office/2007/relationships/hdphoto" Target="../media/hdphoto8.wdp"/><Relationship Id="rId2" Type="http://schemas.openxmlformats.org/officeDocument/2006/relationships/image" Target="../media/image4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5" Type="http://schemas.microsoft.com/office/2007/relationships/hdphoto" Target="../media/hdphoto7.wdp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1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microsoft.com/office/2007/relationships/hdphoto" Target="../media/hdphoto6.wdp"/><Relationship Id="rId3" Type="http://schemas.openxmlformats.org/officeDocument/2006/relationships/image" Target="../media/image6.png"/><Relationship Id="rId7" Type="http://schemas.microsoft.com/office/2007/relationships/hdphoto" Target="../media/hdphoto3.wdp"/><Relationship Id="rId12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5" Type="http://schemas.microsoft.com/office/2007/relationships/hdphoto" Target="../media/hdphoto7.wdp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1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7.png"/><Relationship Id="rId3" Type="http://schemas.openxmlformats.org/officeDocument/2006/relationships/image" Target="../media/image6.png"/><Relationship Id="rId7" Type="http://schemas.microsoft.com/office/2007/relationships/hdphoto" Target="../media/hdphoto3.wdp"/><Relationship Id="rId12" Type="http://schemas.microsoft.com/office/2007/relationships/hdphoto" Target="../media/hdphoto6.wdp"/><Relationship Id="rId2" Type="http://schemas.openxmlformats.org/officeDocument/2006/relationships/image" Target="../media/image4.png"/><Relationship Id="rId16" Type="http://schemas.microsoft.com/office/2007/relationships/hdphoto" Target="../media/hdphoto9.wd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8.png"/><Relationship Id="rId5" Type="http://schemas.openxmlformats.org/officeDocument/2006/relationships/image" Target="../media/image8.png"/><Relationship Id="rId15" Type="http://schemas.openxmlformats.org/officeDocument/2006/relationships/image" Target="../media/image20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14" Type="http://schemas.microsoft.com/office/2007/relationships/hdphoto" Target="../media/hdphoto7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17177-BB53-AF7E-F0B8-74095AF00E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996963-C073-34CB-A41A-D6C2D9F36A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DAD563-49AA-DE5C-DFA3-E18D6C51E6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277" t="7572" r="2918" b="25009"/>
          <a:stretch>
            <a:fillRect/>
          </a:stretch>
        </p:blipFill>
        <p:spPr>
          <a:xfrm>
            <a:off x="5825895" y="1693955"/>
            <a:ext cx="3173507" cy="2757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390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402D5-9F95-152B-091B-E77EF3970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13D41C8-0CBD-D0A0-B4B4-23F5166B6F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837" b="93643" l="49902" r="99805">
                        <a14:foregroundMark x1="53711" y1="65736" x2="53711" y2="65736"/>
                        <a14:foregroundMark x1="52734" y1="66667" x2="52734" y2="66667"/>
                        <a14:foregroundMark x1="61523" y1="62326" x2="61523" y2="62326"/>
                        <a14:foregroundMark x1="92285" y1="43411" x2="92285" y2="43411"/>
                        <a14:foregroundMark x1="93262" y1="46512" x2="93262" y2="46512"/>
                        <a14:foregroundMark x1="94922" y1="66822" x2="94922" y2="66822"/>
                        <a14:foregroundMark x1="94922" y1="66822" x2="77930" y2="68837"/>
                        <a14:foregroundMark x1="75977" y1="69457" x2="67871" y2="79535"/>
                        <a14:foregroundMark x1="68457" y1="79690" x2="68457" y2="89767"/>
                        <a14:foregroundMark x1="59473" y1="61395" x2="53516" y2="62946"/>
                        <a14:foregroundMark x1="66797" y1="26822" x2="71680" y2="16279"/>
                        <a14:foregroundMark x1="71680" y1="16279" x2="74512" y2="13178"/>
                        <a14:foregroundMark x1="77832" y1="15659" x2="83984" y2="18450"/>
                        <a14:foregroundMark x1="93750" y1="65581" x2="98926" y2="65736"/>
                        <a14:foregroundMark x1="97754" y1="68527" x2="96289" y2="72558"/>
                        <a14:foregroundMark x1="96289" y1="72403" x2="99805" y2="73643"/>
                        <a14:foregroundMark x1="68750" y1="84651" x2="66699" y2="93953"/>
                        <a14:foregroundMark x1="78320" y1="75504" x2="84766" y2="78760"/>
                        <a14:foregroundMark x1="84570" y1="72713" x2="84570" y2="83411"/>
                        <a14:foregroundMark x1="74609" y1="16124" x2="74609" y2="8992"/>
                        <a14:foregroundMark x1="54199" y1="64496" x2="49902" y2="68837"/>
                      </a14:backgroundRemoval>
                    </a14:imgEffect>
                  </a14:imgLayer>
                </a14:imgProps>
              </a:ext>
            </a:extLst>
          </a:blip>
          <a:srcRect l="48277" t="7572" r="2918" b="25009"/>
          <a:stretch>
            <a:fillRect/>
          </a:stretch>
        </p:blipFill>
        <p:spPr>
          <a:xfrm>
            <a:off x="4509252" y="2622777"/>
            <a:ext cx="3173496" cy="2757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503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4CCDB4-B1F4-196E-76EF-F0E91B712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799" y="1384300"/>
            <a:ext cx="8202717" cy="515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498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0404BB-764B-1564-0E72-9786E1FD903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1792" b="14486"/>
          <a:stretch>
            <a:fillRect/>
          </a:stretch>
        </p:blipFill>
        <p:spPr>
          <a:xfrm>
            <a:off x="1976716" y="1693955"/>
            <a:ext cx="3507992" cy="39134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3C31A6-D7F2-C0B5-1A0F-43551F0B40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792" b="14486"/>
          <a:stretch>
            <a:fillRect/>
          </a:stretch>
        </p:blipFill>
        <p:spPr>
          <a:xfrm>
            <a:off x="7530352" y="1693955"/>
            <a:ext cx="3507992" cy="39134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CCAB0C-A4EA-8857-49B3-0171433480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277" t="7572" r="2918" b="25009"/>
          <a:stretch>
            <a:fillRect/>
          </a:stretch>
        </p:blipFill>
        <p:spPr>
          <a:xfrm>
            <a:off x="5825895" y="1693955"/>
            <a:ext cx="3173507" cy="2757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639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BC4ECC-4F1C-0D59-F1E1-B69A5FA828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277" t="7572" r="2918" b="25009"/>
          <a:stretch>
            <a:fillRect/>
          </a:stretch>
        </p:blipFill>
        <p:spPr>
          <a:xfrm>
            <a:off x="5825895" y="1693955"/>
            <a:ext cx="3476601" cy="3020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941DB2-5DE9-FC00-3763-A3367CCDB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2830" y="1335366"/>
            <a:ext cx="3022600" cy="3022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529BDD-5375-26CA-24B7-4FF799178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-2416432" y="1693955"/>
            <a:ext cx="3022599" cy="3022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0649E2-7A45-B34E-076F-CD95B3E30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180" y="1693955"/>
            <a:ext cx="3022599" cy="302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861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82D9A-0D94-279C-75A9-5676BFAE4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0EB5A3-5C3F-A446-570A-DE710E7EB6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47DDA9-564B-404F-BAF4-2F7EC5EDE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810348" flipH="1">
            <a:off x="7588634" y="981240"/>
            <a:ext cx="4182177" cy="41821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9A501D-0F28-9D9C-1DFC-7C85C5E2C97D}"/>
              </a:ext>
            </a:extLst>
          </p:cNvPr>
          <p:cNvSpPr txBox="1"/>
          <p:nvPr/>
        </p:nvSpPr>
        <p:spPr>
          <a:xfrm>
            <a:off x="629920" y="1289600"/>
            <a:ext cx="3332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Ton  Esan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3920199-2A50-D9B2-3196-D1343F38977D}"/>
              </a:ext>
            </a:extLst>
          </p:cNvPr>
          <p:cNvSpPr/>
          <p:nvPr/>
        </p:nvSpPr>
        <p:spPr>
          <a:xfrm>
            <a:off x="5293360" y="225315"/>
            <a:ext cx="1117600" cy="3523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About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2F9BB02-E37F-33A2-5CB7-7A88A1A94B38}"/>
              </a:ext>
            </a:extLst>
          </p:cNvPr>
          <p:cNvSpPr/>
          <p:nvPr/>
        </p:nvSpPr>
        <p:spPr>
          <a:xfrm>
            <a:off x="10361306" y="225315"/>
            <a:ext cx="1117600" cy="3523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Resume</a:t>
            </a:r>
          </a:p>
        </p:txBody>
      </p:sp>
      <p:pic>
        <p:nvPicPr>
          <p:cNvPr id="12" name="Picture 11" descr="A black square with red dots in the shape of a heart&#10;&#10;AI-generated content may be incorrect.">
            <a:extLst>
              <a:ext uri="{FF2B5EF4-FFF2-40B4-BE49-F238E27FC236}">
                <a16:creationId xmlns:a16="http://schemas.microsoft.com/office/drawing/2014/main" id="{41D7686D-698C-8406-78EB-0AB2B60DB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38334" y="1409071"/>
            <a:ext cx="1488440" cy="16632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7FDF45C-AEDF-B420-2809-D85364A4B4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899" t="14763" r="17184" b="22173"/>
          <a:stretch>
            <a:fillRect/>
          </a:stretch>
        </p:blipFill>
        <p:spPr>
          <a:xfrm>
            <a:off x="713094" y="207705"/>
            <a:ext cx="1062157" cy="1081895"/>
          </a:xfrm>
          <a:prstGeom prst="round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F1DB71E-7BED-99C8-08C7-0A04F4AA73B8}"/>
              </a:ext>
            </a:extLst>
          </p:cNvPr>
          <p:cNvSpPr/>
          <p:nvPr/>
        </p:nvSpPr>
        <p:spPr>
          <a:xfrm>
            <a:off x="629920" y="207705"/>
            <a:ext cx="1117600" cy="3523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work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7524641-9C48-D680-B077-76867993EB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920" y="-1285449"/>
            <a:ext cx="1111800" cy="1111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9B6B7D2-57C9-A070-02BB-EEE48B9A41F7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2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3539" b="72007" l="26709" r="73189">
                        <a14:foregroundMark x1="50000" y1="32422" x2="50000" y2="32422"/>
                        <a14:foregroundMark x1="50391" y1="33398" x2="50391" y2="33398"/>
                        <a14:foregroundMark x1="50391" y1="33398" x2="50391" y2="33398"/>
                        <a14:foregroundMark x1="50391" y1="33398" x2="47168" y2="45117"/>
                        <a14:foregroundMark x1="48047" y1="43262" x2="48047" y2="62109"/>
                        <a14:foregroundMark x1="45703" y1="65430" x2="52832" y2="66406"/>
                        <a14:foregroundMark x1="42676" y1="43359" x2="42676" y2="43359"/>
                        <a14:foregroundMark x1="53516" y1="33691" x2="53516" y2="33691"/>
                        <a14:foregroundMark x1="54102" y1="29492" x2="54102" y2="29492"/>
                        <a14:foregroundMark x1="52344" y1="29492" x2="52344" y2="29492"/>
                        <a14:foregroundMark x1="49902" y1="56543" x2="49902" y2="56543"/>
                        <a14:foregroundMark x1="50195" y1="57129" x2="50195" y2="57129"/>
                        <a14:foregroundMark x1="45410" y1="50586" x2="45410" y2="50586"/>
                        <a14:foregroundMark x1="45410" y1="67969" x2="45410" y2="67969"/>
                        <a14:foregroundMark x1="48438" y1="68945" x2="48438" y2="68945"/>
                        <a14:foregroundMark x1="50781" y1="68945" x2="50781" y2="68945"/>
                        <a14:foregroundMark x1="52051" y1="68945" x2="52051" y2="68945"/>
                        <a14:foregroundMark x1="56543" y1="65625" x2="56543" y2="65625"/>
                      </a14:backgroundRemoval>
                    </a14:imgEffect>
                  </a14:imgLayer>
                </a14:imgProps>
              </a:ext>
            </a:extLst>
          </a:blip>
          <a:srcRect l="20899" t="17481" r="21001" b="21935"/>
          <a:stretch>
            <a:fillRect/>
          </a:stretch>
        </p:blipFill>
        <p:spPr>
          <a:xfrm>
            <a:off x="1578443" y="1289600"/>
            <a:ext cx="860255" cy="897041"/>
          </a:xfrm>
          <a:prstGeom prst="round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716DF92-3F2B-3376-CFBC-0C5251CA933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0899" t="17481" r="21001" b="21935"/>
          <a:stretch>
            <a:fillRect/>
          </a:stretch>
        </p:blipFill>
        <p:spPr>
          <a:xfrm>
            <a:off x="4985790" y="-123502"/>
            <a:ext cx="1295846" cy="1351258"/>
          </a:xfrm>
          <a:prstGeom prst="round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00937E9-C272-6993-C800-42476D064B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2736" y="-1482402"/>
            <a:ext cx="1358900" cy="13589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9CFA78D-C71A-C74F-B87E-F86224AA1E5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6243" y="-1256165"/>
            <a:ext cx="1132663" cy="113266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BA85860-AFE7-06ED-894A-5BFB7AAC30E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42510" y="-3575274"/>
            <a:ext cx="5449832" cy="363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126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BEB7A-342F-B271-79FA-6A5470F65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EF7C30-1CD8-F959-8209-5D61E2C5AF4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F9CB5E-6D15-C2AF-218E-52560BCBEC99}"/>
              </a:ext>
            </a:extLst>
          </p:cNvPr>
          <p:cNvSpPr txBox="1"/>
          <p:nvPr/>
        </p:nvSpPr>
        <p:spPr>
          <a:xfrm>
            <a:off x="629920" y="1289600"/>
            <a:ext cx="3332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Ton  Esan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5B4A9F3-691E-71E3-0146-6D86FC271F67}"/>
              </a:ext>
            </a:extLst>
          </p:cNvPr>
          <p:cNvSpPr/>
          <p:nvPr/>
        </p:nvSpPr>
        <p:spPr>
          <a:xfrm>
            <a:off x="5293360" y="225315"/>
            <a:ext cx="1117600" cy="3523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About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0383A75-D3F7-DAFB-43A9-33B27ED14CB2}"/>
              </a:ext>
            </a:extLst>
          </p:cNvPr>
          <p:cNvSpPr/>
          <p:nvPr/>
        </p:nvSpPr>
        <p:spPr>
          <a:xfrm>
            <a:off x="10361306" y="225315"/>
            <a:ext cx="1117600" cy="3523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Resume</a:t>
            </a:r>
          </a:p>
        </p:txBody>
      </p:sp>
      <p:pic>
        <p:nvPicPr>
          <p:cNvPr id="12" name="Picture 11" descr="A black square with red dots in the shape of a heart&#10;&#10;AI-generated content may be incorrect.">
            <a:extLst>
              <a:ext uri="{FF2B5EF4-FFF2-40B4-BE49-F238E27FC236}">
                <a16:creationId xmlns:a16="http://schemas.microsoft.com/office/drawing/2014/main" id="{766EB8FD-0342-5F81-CD7D-1FEB24F7B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38334" y="1409071"/>
            <a:ext cx="1488440" cy="16632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2738E7-59CC-A5AE-0465-DB8DB80851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899" t="14763" r="17184" b="22173"/>
          <a:stretch>
            <a:fillRect/>
          </a:stretch>
        </p:blipFill>
        <p:spPr>
          <a:xfrm>
            <a:off x="713094" y="207705"/>
            <a:ext cx="1062157" cy="1081895"/>
          </a:xfrm>
          <a:prstGeom prst="round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22DD882-25D0-8EEA-5E4C-C6B13E506E6B}"/>
              </a:ext>
            </a:extLst>
          </p:cNvPr>
          <p:cNvSpPr/>
          <p:nvPr/>
        </p:nvSpPr>
        <p:spPr>
          <a:xfrm>
            <a:off x="629920" y="207705"/>
            <a:ext cx="1117600" cy="3523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work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CCC4D9F-9E70-516C-D6B3-AA4140A745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20" y="-1285449"/>
            <a:ext cx="1111800" cy="1111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0F6DD69-1F77-20FA-C912-69AB3139923E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2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3539" b="72007" l="26709" r="73189">
                        <a14:foregroundMark x1="50000" y1="32422" x2="50000" y2="32422"/>
                        <a14:foregroundMark x1="50391" y1="33398" x2="50391" y2="33398"/>
                        <a14:foregroundMark x1="50391" y1="33398" x2="50391" y2="33398"/>
                        <a14:foregroundMark x1="50391" y1="33398" x2="47168" y2="45117"/>
                        <a14:foregroundMark x1="48047" y1="43262" x2="48047" y2="62109"/>
                        <a14:foregroundMark x1="45703" y1="65430" x2="52832" y2="66406"/>
                        <a14:foregroundMark x1="42676" y1="43359" x2="42676" y2="43359"/>
                        <a14:foregroundMark x1="53516" y1="33691" x2="53516" y2="33691"/>
                        <a14:foregroundMark x1="54102" y1="29492" x2="54102" y2="29492"/>
                        <a14:foregroundMark x1="52344" y1="29492" x2="52344" y2="29492"/>
                        <a14:foregroundMark x1="49902" y1="56543" x2="49902" y2="56543"/>
                        <a14:foregroundMark x1="50195" y1="57129" x2="50195" y2="57129"/>
                        <a14:foregroundMark x1="45410" y1="50586" x2="45410" y2="50586"/>
                        <a14:foregroundMark x1="45410" y1="67969" x2="45410" y2="67969"/>
                        <a14:foregroundMark x1="48438" y1="68945" x2="48438" y2="68945"/>
                        <a14:foregroundMark x1="50781" y1="68945" x2="50781" y2="68945"/>
                        <a14:foregroundMark x1="52051" y1="68945" x2="52051" y2="68945"/>
                        <a14:foregroundMark x1="56543" y1="65625" x2="56543" y2="65625"/>
                      </a14:backgroundRemoval>
                    </a14:imgEffect>
                  </a14:imgLayer>
                </a14:imgProps>
              </a:ext>
            </a:extLst>
          </a:blip>
          <a:srcRect l="20899" t="17481" r="21001" b="21935"/>
          <a:stretch>
            <a:fillRect/>
          </a:stretch>
        </p:blipFill>
        <p:spPr>
          <a:xfrm>
            <a:off x="1578443" y="1289600"/>
            <a:ext cx="860255" cy="897041"/>
          </a:xfrm>
          <a:prstGeom prst="round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EFDA0A4-D9CD-5750-FB42-36A6FDED9CF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0899" t="17481" r="21001" b="21935"/>
          <a:stretch>
            <a:fillRect/>
          </a:stretch>
        </p:blipFill>
        <p:spPr>
          <a:xfrm>
            <a:off x="4985790" y="-123502"/>
            <a:ext cx="1295846" cy="1351258"/>
          </a:xfrm>
          <a:prstGeom prst="round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0B2A4AD-5AE4-3B36-B5E6-4DD65EC5CA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2736" y="-1482402"/>
            <a:ext cx="1358900" cy="13589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5924AB0-214C-4A7E-DB04-F7EE0E46652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46243" y="-1256165"/>
            <a:ext cx="1132663" cy="113266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2C7E445-87E8-89B4-EFE7-65BF08C3233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42510" y="-3575274"/>
            <a:ext cx="5449832" cy="36332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0177BA0-C643-9C77-0A22-05754145C62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9945177" flipH="1">
            <a:off x="8441165" y="1881420"/>
            <a:ext cx="3022599" cy="302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4649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48F88-DB4C-A436-D4F3-ED9AA1A89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853FE2-05EE-7F9A-71EA-231BE38604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806E1B-2E7D-4386-AD3A-B6B596AABC59}"/>
              </a:ext>
            </a:extLst>
          </p:cNvPr>
          <p:cNvSpPr txBox="1"/>
          <p:nvPr/>
        </p:nvSpPr>
        <p:spPr>
          <a:xfrm>
            <a:off x="629920" y="1289600"/>
            <a:ext cx="3332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Ton  Esan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0111996-9414-7DBE-D6A7-4F5D4128C60B}"/>
              </a:ext>
            </a:extLst>
          </p:cNvPr>
          <p:cNvSpPr/>
          <p:nvPr/>
        </p:nvSpPr>
        <p:spPr>
          <a:xfrm>
            <a:off x="5293360" y="225315"/>
            <a:ext cx="1117600" cy="3523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About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A63FA68-E13A-4901-A20F-4F308209E2B8}"/>
              </a:ext>
            </a:extLst>
          </p:cNvPr>
          <p:cNvSpPr/>
          <p:nvPr/>
        </p:nvSpPr>
        <p:spPr>
          <a:xfrm>
            <a:off x="10361306" y="225315"/>
            <a:ext cx="1117600" cy="3523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Resume</a:t>
            </a:r>
          </a:p>
        </p:txBody>
      </p:sp>
      <p:pic>
        <p:nvPicPr>
          <p:cNvPr id="12" name="Picture 11" descr="A black square with red dots in the shape of a heart&#10;&#10;AI-generated content may be incorrect.">
            <a:extLst>
              <a:ext uri="{FF2B5EF4-FFF2-40B4-BE49-F238E27FC236}">
                <a16:creationId xmlns:a16="http://schemas.microsoft.com/office/drawing/2014/main" id="{9B3C3332-B71F-2F2C-D7DC-150F36DDA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38334" y="1409071"/>
            <a:ext cx="1488440" cy="16632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8329790-005F-F508-FC4D-A3D7E9BFE9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899" t="14763" r="17184" b="22173"/>
          <a:stretch>
            <a:fillRect/>
          </a:stretch>
        </p:blipFill>
        <p:spPr>
          <a:xfrm>
            <a:off x="713094" y="207705"/>
            <a:ext cx="1062157" cy="1081895"/>
          </a:xfrm>
          <a:prstGeom prst="round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6A68391-C94F-2797-A302-E8D502C0857D}"/>
              </a:ext>
            </a:extLst>
          </p:cNvPr>
          <p:cNvSpPr/>
          <p:nvPr/>
        </p:nvSpPr>
        <p:spPr>
          <a:xfrm>
            <a:off x="629920" y="207705"/>
            <a:ext cx="1117600" cy="3523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work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9299A58-64B7-281E-F1D7-D6CD57975A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20" y="-1285449"/>
            <a:ext cx="1111800" cy="1111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5974C9D-1A33-C9B5-7FD0-C277A01C7894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2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3539" b="72007" l="26709" r="73189">
                        <a14:foregroundMark x1="50000" y1="32422" x2="50000" y2="32422"/>
                        <a14:foregroundMark x1="50391" y1="33398" x2="50391" y2="33398"/>
                        <a14:foregroundMark x1="50391" y1="33398" x2="50391" y2="33398"/>
                        <a14:foregroundMark x1="50391" y1="33398" x2="47168" y2="45117"/>
                        <a14:foregroundMark x1="48047" y1="43262" x2="48047" y2="62109"/>
                        <a14:foregroundMark x1="45703" y1="65430" x2="52832" y2="66406"/>
                        <a14:foregroundMark x1="42676" y1="43359" x2="42676" y2="43359"/>
                        <a14:foregroundMark x1="53516" y1="33691" x2="53516" y2="33691"/>
                        <a14:foregroundMark x1="54102" y1="29492" x2="54102" y2="29492"/>
                        <a14:foregroundMark x1="52344" y1="29492" x2="52344" y2="29492"/>
                        <a14:foregroundMark x1="49902" y1="56543" x2="49902" y2="56543"/>
                        <a14:foregroundMark x1="50195" y1="57129" x2="50195" y2="57129"/>
                        <a14:foregroundMark x1="45410" y1="50586" x2="45410" y2="50586"/>
                        <a14:foregroundMark x1="45410" y1="67969" x2="45410" y2="67969"/>
                        <a14:foregroundMark x1="48438" y1="68945" x2="48438" y2="68945"/>
                        <a14:foregroundMark x1="50781" y1="68945" x2="50781" y2="68945"/>
                        <a14:foregroundMark x1="52051" y1="68945" x2="52051" y2="68945"/>
                        <a14:foregroundMark x1="56543" y1="65625" x2="56543" y2="65625"/>
                      </a14:backgroundRemoval>
                    </a14:imgEffect>
                  </a14:imgLayer>
                </a14:imgProps>
              </a:ext>
            </a:extLst>
          </a:blip>
          <a:srcRect l="20899" t="17481" r="21001" b="21935"/>
          <a:stretch>
            <a:fillRect/>
          </a:stretch>
        </p:blipFill>
        <p:spPr>
          <a:xfrm>
            <a:off x="1578443" y="1289600"/>
            <a:ext cx="860255" cy="897041"/>
          </a:xfrm>
          <a:prstGeom prst="round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ED57E96-A733-DF2E-123C-3A07A450D10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0899" t="17481" r="21001" b="21935"/>
          <a:stretch>
            <a:fillRect/>
          </a:stretch>
        </p:blipFill>
        <p:spPr>
          <a:xfrm>
            <a:off x="4985790" y="-123502"/>
            <a:ext cx="1295846" cy="1351258"/>
          </a:xfrm>
          <a:prstGeom prst="round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32F4562-00EC-A688-CA1B-8EC8640EC7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2736" y="-1482402"/>
            <a:ext cx="1358900" cy="13589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1A49513-0900-5D3D-1D58-063B22730B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46243" y="-1256165"/>
            <a:ext cx="1132663" cy="113266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D5D71CB-013E-451A-E25B-636947CC5E8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42510" y="-3575274"/>
            <a:ext cx="5449832" cy="36332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AEC0B5-88EF-6407-6DFD-B2A4F4E43EDD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19411734">
            <a:off x="8489196" y="1999031"/>
            <a:ext cx="2859938" cy="2859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655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90A8-4ABB-024C-DC65-B111204E6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942A0BD-10B6-36C8-7110-449FE06CC33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2000"/>
          </a:blip>
          <a:stretch>
            <a:fillRect/>
          </a:stretch>
        </p:blipFill>
        <p:spPr>
          <a:xfrm rot="19055828">
            <a:off x="8587429" y="2097950"/>
            <a:ext cx="2859938" cy="285993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216A8D8-62CC-7791-DC34-95ABEFCF996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72C1A-1E8E-2755-B774-54A72F3F0B1D}"/>
              </a:ext>
            </a:extLst>
          </p:cNvPr>
          <p:cNvSpPr txBox="1"/>
          <p:nvPr/>
        </p:nvSpPr>
        <p:spPr>
          <a:xfrm>
            <a:off x="629920" y="1289600"/>
            <a:ext cx="3332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Ton  Esan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F49143B-1261-98D6-74A5-CA536678EAAA}"/>
              </a:ext>
            </a:extLst>
          </p:cNvPr>
          <p:cNvSpPr/>
          <p:nvPr/>
        </p:nvSpPr>
        <p:spPr>
          <a:xfrm>
            <a:off x="5293360" y="225315"/>
            <a:ext cx="1117600" cy="3523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About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5B5DD0D-F4F2-438D-01E5-12A966257332}"/>
              </a:ext>
            </a:extLst>
          </p:cNvPr>
          <p:cNvSpPr/>
          <p:nvPr/>
        </p:nvSpPr>
        <p:spPr>
          <a:xfrm>
            <a:off x="10361306" y="225315"/>
            <a:ext cx="1117600" cy="3523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Resume</a:t>
            </a:r>
          </a:p>
        </p:txBody>
      </p:sp>
      <p:pic>
        <p:nvPicPr>
          <p:cNvPr id="12" name="Picture 11" descr="A black square with red dots in the shape of a heart&#10;&#10;AI-generated content may be incorrect.">
            <a:extLst>
              <a:ext uri="{FF2B5EF4-FFF2-40B4-BE49-F238E27FC236}">
                <a16:creationId xmlns:a16="http://schemas.microsoft.com/office/drawing/2014/main" id="{9D751DC3-9ADE-D1B4-64E1-00B8C2C6E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38334" y="1409071"/>
            <a:ext cx="1488440" cy="16632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90DBAE6-DD65-E813-3B20-B70531A494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899" t="14763" r="17184" b="22173"/>
          <a:stretch>
            <a:fillRect/>
          </a:stretch>
        </p:blipFill>
        <p:spPr>
          <a:xfrm>
            <a:off x="713094" y="207705"/>
            <a:ext cx="1062157" cy="1081895"/>
          </a:xfrm>
          <a:prstGeom prst="round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FE1F036-4270-EE62-CD39-20B6F9916BAC}"/>
              </a:ext>
            </a:extLst>
          </p:cNvPr>
          <p:cNvSpPr/>
          <p:nvPr/>
        </p:nvSpPr>
        <p:spPr>
          <a:xfrm>
            <a:off x="629920" y="207705"/>
            <a:ext cx="1117600" cy="3523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work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F235F6F-B845-9308-ECFF-449C8F9147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920" y="-1285449"/>
            <a:ext cx="1111800" cy="1111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9358E5D-9B1F-C5E1-32B0-2B54036F5253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2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3539" b="72007" l="26709" r="73189">
                        <a14:foregroundMark x1="50000" y1="32422" x2="50000" y2="32422"/>
                        <a14:foregroundMark x1="50391" y1="33398" x2="50391" y2="33398"/>
                        <a14:foregroundMark x1="50391" y1="33398" x2="50391" y2="33398"/>
                        <a14:foregroundMark x1="50391" y1="33398" x2="47168" y2="45117"/>
                        <a14:foregroundMark x1="48047" y1="43262" x2="48047" y2="62109"/>
                        <a14:foregroundMark x1="45703" y1="65430" x2="52832" y2="66406"/>
                        <a14:foregroundMark x1="42676" y1="43359" x2="42676" y2="43359"/>
                        <a14:foregroundMark x1="53516" y1="33691" x2="53516" y2="33691"/>
                        <a14:foregroundMark x1="54102" y1="29492" x2="54102" y2="29492"/>
                        <a14:foregroundMark x1="52344" y1="29492" x2="52344" y2="29492"/>
                        <a14:foregroundMark x1="49902" y1="56543" x2="49902" y2="56543"/>
                        <a14:foregroundMark x1="50195" y1="57129" x2="50195" y2="57129"/>
                        <a14:foregroundMark x1="45410" y1="50586" x2="45410" y2="50586"/>
                        <a14:foregroundMark x1="45410" y1="67969" x2="45410" y2="67969"/>
                        <a14:foregroundMark x1="48438" y1="68945" x2="48438" y2="68945"/>
                        <a14:foregroundMark x1="50781" y1="68945" x2="50781" y2="68945"/>
                        <a14:foregroundMark x1="52051" y1="68945" x2="52051" y2="68945"/>
                        <a14:foregroundMark x1="56543" y1="65625" x2="56543" y2="65625"/>
                      </a14:backgroundRemoval>
                    </a14:imgEffect>
                  </a14:imgLayer>
                </a14:imgProps>
              </a:ext>
            </a:extLst>
          </a:blip>
          <a:srcRect l="20899" t="17481" r="21001" b="21935"/>
          <a:stretch>
            <a:fillRect/>
          </a:stretch>
        </p:blipFill>
        <p:spPr>
          <a:xfrm>
            <a:off x="1578443" y="1289600"/>
            <a:ext cx="860255" cy="897041"/>
          </a:xfrm>
          <a:prstGeom prst="round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40B2659-EFCA-3E23-75F7-E946EEBBE68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0899" t="17481" r="21001" b="21935"/>
          <a:stretch>
            <a:fillRect/>
          </a:stretch>
        </p:blipFill>
        <p:spPr>
          <a:xfrm>
            <a:off x="4985790" y="-123502"/>
            <a:ext cx="1295846" cy="1351258"/>
          </a:xfrm>
          <a:prstGeom prst="round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51E6BDB-1BCF-B721-A8F0-C10D525DC09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2736" y="-1482402"/>
            <a:ext cx="1358900" cy="13589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C6B4F44-F36C-B329-5F46-96523A68563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6243" y="-1256165"/>
            <a:ext cx="1132663" cy="113266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0AD7934-3BCD-C5E3-64C0-76C4547BDB9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42510" y="-3575274"/>
            <a:ext cx="5449832" cy="36332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287E545-715E-4543-B636-45A2E947FC8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9785645" flipH="1">
            <a:off x="8441165" y="1881420"/>
            <a:ext cx="3022599" cy="302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2419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A103D-2CA5-0AA2-CB39-95EF8A654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B042EF-8EA6-B532-2CF4-0AA332ED97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9DF3C4-7E2B-002D-8895-933DA99BB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810348" flipH="1">
            <a:off x="7588634" y="981240"/>
            <a:ext cx="4182177" cy="41821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183802-760B-2552-1E22-F1AF89F4BE19}"/>
              </a:ext>
            </a:extLst>
          </p:cNvPr>
          <p:cNvSpPr txBox="1"/>
          <p:nvPr/>
        </p:nvSpPr>
        <p:spPr>
          <a:xfrm>
            <a:off x="629920" y="1289600"/>
            <a:ext cx="3332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Ton  Esan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037F981-3AC3-6510-C49B-A7D4B6839FAA}"/>
              </a:ext>
            </a:extLst>
          </p:cNvPr>
          <p:cNvSpPr/>
          <p:nvPr/>
        </p:nvSpPr>
        <p:spPr>
          <a:xfrm>
            <a:off x="5293360" y="225315"/>
            <a:ext cx="1117600" cy="3523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About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DDACF12-EF07-F2C9-E891-81D5166ED7C3}"/>
              </a:ext>
            </a:extLst>
          </p:cNvPr>
          <p:cNvSpPr/>
          <p:nvPr/>
        </p:nvSpPr>
        <p:spPr>
          <a:xfrm>
            <a:off x="10361306" y="225315"/>
            <a:ext cx="1117600" cy="3523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Resume</a:t>
            </a:r>
          </a:p>
        </p:txBody>
      </p:sp>
      <p:pic>
        <p:nvPicPr>
          <p:cNvPr id="12" name="Picture 11" descr="A black square with red dots in the shape of a heart&#10;&#10;AI-generated content may be incorrect.">
            <a:extLst>
              <a:ext uri="{FF2B5EF4-FFF2-40B4-BE49-F238E27FC236}">
                <a16:creationId xmlns:a16="http://schemas.microsoft.com/office/drawing/2014/main" id="{AA8C6B7D-2594-206A-FB1B-ED54EB160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38334" y="1409071"/>
            <a:ext cx="1488440" cy="16632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5C23FAC-3498-EC0A-A00E-A2EC56EB87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899" t="14763" r="17184" b="22173"/>
          <a:stretch>
            <a:fillRect/>
          </a:stretch>
        </p:blipFill>
        <p:spPr>
          <a:xfrm>
            <a:off x="713094" y="207705"/>
            <a:ext cx="1062157" cy="1081895"/>
          </a:xfrm>
          <a:prstGeom prst="round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7A2DD67-4026-D9A2-75A0-3B9711F2DAE1}"/>
              </a:ext>
            </a:extLst>
          </p:cNvPr>
          <p:cNvSpPr/>
          <p:nvPr/>
        </p:nvSpPr>
        <p:spPr>
          <a:xfrm>
            <a:off x="629920" y="207705"/>
            <a:ext cx="1117600" cy="3523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work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4204059-BA44-787B-2D9B-93CF3F3497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920" y="-1285449"/>
            <a:ext cx="1111800" cy="1111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9B505B7-EF0D-4528-095C-38D3A086F2B7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2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3539" b="72007" l="26709" r="73189">
                        <a14:foregroundMark x1="50000" y1="32422" x2="50000" y2="32422"/>
                        <a14:foregroundMark x1="50391" y1="33398" x2="50391" y2="33398"/>
                        <a14:foregroundMark x1="50391" y1="33398" x2="50391" y2="33398"/>
                        <a14:foregroundMark x1="50391" y1="33398" x2="47168" y2="45117"/>
                        <a14:foregroundMark x1="48047" y1="43262" x2="48047" y2="62109"/>
                        <a14:foregroundMark x1="45703" y1="65430" x2="52832" y2="66406"/>
                        <a14:foregroundMark x1="42676" y1="43359" x2="42676" y2="43359"/>
                        <a14:foregroundMark x1="53516" y1="33691" x2="53516" y2="33691"/>
                        <a14:foregroundMark x1="54102" y1="29492" x2="54102" y2="29492"/>
                        <a14:foregroundMark x1="52344" y1="29492" x2="52344" y2="29492"/>
                        <a14:foregroundMark x1="49902" y1="56543" x2="49902" y2="56543"/>
                        <a14:foregroundMark x1="50195" y1="57129" x2="50195" y2="57129"/>
                        <a14:foregroundMark x1="45410" y1="50586" x2="45410" y2="50586"/>
                        <a14:foregroundMark x1="45410" y1="67969" x2="45410" y2="67969"/>
                        <a14:foregroundMark x1="48438" y1="68945" x2="48438" y2="68945"/>
                        <a14:foregroundMark x1="50781" y1="68945" x2="50781" y2="68945"/>
                        <a14:foregroundMark x1="52051" y1="68945" x2="52051" y2="68945"/>
                        <a14:foregroundMark x1="56543" y1="65625" x2="56543" y2="65625"/>
                      </a14:backgroundRemoval>
                    </a14:imgEffect>
                  </a14:imgLayer>
                </a14:imgProps>
              </a:ext>
            </a:extLst>
          </a:blip>
          <a:srcRect l="20899" t="17481" r="21001" b="21935"/>
          <a:stretch>
            <a:fillRect/>
          </a:stretch>
        </p:blipFill>
        <p:spPr>
          <a:xfrm>
            <a:off x="1578443" y="1289600"/>
            <a:ext cx="860255" cy="897041"/>
          </a:xfrm>
          <a:prstGeom prst="round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E851702-DC3C-D02C-6CD5-9993238F486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0899" t="17481" r="21001" b="21935"/>
          <a:stretch>
            <a:fillRect/>
          </a:stretch>
        </p:blipFill>
        <p:spPr>
          <a:xfrm>
            <a:off x="4985790" y="-123502"/>
            <a:ext cx="1295846" cy="1351258"/>
          </a:xfrm>
          <a:prstGeom prst="round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D3B0FCE-15A6-3F5A-1F82-0BDCEFF7ECC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2736" y="-1482402"/>
            <a:ext cx="1358900" cy="13589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4C8C751-62AB-F1A8-1568-1D5D4F81FF8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6243" y="-1256165"/>
            <a:ext cx="1132663" cy="113266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A3261BE-A3B5-41A3-4039-230C254DDEB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04929" y="-1415123"/>
            <a:ext cx="5449832" cy="3633221"/>
          </a:xfrm>
          <a:prstGeom prst="rect">
            <a:avLst/>
          </a:prstGeom>
        </p:spPr>
      </p:pic>
      <p:pic>
        <p:nvPicPr>
          <p:cNvPr id="5" name="Picture 4" descr="A person holding a glass of liquid&#10;&#10;AI-generated content may be incorrect.">
            <a:extLst>
              <a:ext uri="{FF2B5EF4-FFF2-40B4-BE49-F238E27FC236}">
                <a16:creationId xmlns:a16="http://schemas.microsoft.com/office/drawing/2014/main" id="{73EDC322-661E-1BE0-33C1-6B0BCFDD61B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22708" t="29805" r="16555" b="35665"/>
          <a:stretch>
            <a:fillRect/>
          </a:stretch>
        </p:blipFill>
        <p:spPr>
          <a:xfrm>
            <a:off x="885956" y="2308191"/>
            <a:ext cx="4407404" cy="44545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E36B7C-2348-695B-3A30-1E99CB86C18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61991" y="2107068"/>
            <a:ext cx="6426200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439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8DE16-6F52-59D7-1FD3-009F06281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4B1B3E-CA35-F83D-E83E-C583E599E8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29714B-E290-7206-D78F-C5DCBB362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810348" flipH="1">
            <a:off x="7588634" y="981240"/>
            <a:ext cx="4182177" cy="41821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5EE0A2-F63D-2C9E-60A9-AA68AFE5932C}"/>
              </a:ext>
            </a:extLst>
          </p:cNvPr>
          <p:cNvSpPr txBox="1"/>
          <p:nvPr/>
        </p:nvSpPr>
        <p:spPr>
          <a:xfrm>
            <a:off x="629920" y="1289600"/>
            <a:ext cx="3332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Ton  Esan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C34CB64-6A4B-F6A6-A22E-3F7D039E4305}"/>
              </a:ext>
            </a:extLst>
          </p:cNvPr>
          <p:cNvSpPr/>
          <p:nvPr/>
        </p:nvSpPr>
        <p:spPr>
          <a:xfrm>
            <a:off x="5293360" y="225315"/>
            <a:ext cx="1117600" cy="3523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About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43EA866-4A17-E221-E4AC-BC8222B04E7D}"/>
              </a:ext>
            </a:extLst>
          </p:cNvPr>
          <p:cNvSpPr/>
          <p:nvPr/>
        </p:nvSpPr>
        <p:spPr>
          <a:xfrm>
            <a:off x="10361306" y="225315"/>
            <a:ext cx="1117600" cy="3523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Resume</a:t>
            </a:r>
          </a:p>
        </p:txBody>
      </p:sp>
      <p:pic>
        <p:nvPicPr>
          <p:cNvPr id="12" name="Picture 11" descr="A black square with red dots in the shape of a heart&#10;&#10;AI-generated content may be incorrect.">
            <a:extLst>
              <a:ext uri="{FF2B5EF4-FFF2-40B4-BE49-F238E27FC236}">
                <a16:creationId xmlns:a16="http://schemas.microsoft.com/office/drawing/2014/main" id="{483CA875-737E-749D-E1EE-5AD651683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38334" y="1409071"/>
            <a:ext cx="1488440" cy="16632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FECC2BE-39DA-F823-C40C-170670B350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899" t="14763" r="17184" b="22173"/>
          <a:stretch>
            <a:fillRect/>
          </a:stretch>
        </p:blipFill>
        <p:spPr>
          <a:xfrm>
            <a:off x="713094" y="207705"/>
            <a:ext cx="1062157" cy="1081895"/>
          </a:xfrm>
          <a:prstGeom prst="round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1D39EA0-AC7D-DF98-0279-3CEC9E039690}"/>
              </a:ext>
            </a:extLst>
          </p:cNvPr>
          <p:cNvSpPr/>
          <p:nvPr/>
        </p:nvSpPr>
        <p:spPr>
          <a:xfrm>
            <a:off x="629920" y="207705"/>
            <a:ext cx="1117600" cy="3523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work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A9DBDBB-E99D-D025-3AFE-BB535B2D9C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920" y="-1285449"/>
            <a:ext cx="1111800" cy="1111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4D0525F-1A7E-3241-C134-8E90F96CD160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2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3539" b="72007" l="26709" r="73189">
                        <a14:foregroundMark x1="50000" y1="32422" x2="50000" y2="32422"/>
                        <a14:foregroundMark x1="50391" y1="33398" x2="50391" y2="33398"/>
                        <a14:foregroundMark x1="50391" y1="33398" x2="50391" y2="33398"/>
                        <a14:foregroundMark x1="50391" y1="33398" x2="47168" y2="45117"/>
                        <a14:foregroundMark x1="48047" y1="43262" x2="48047" y2="62109"/>
                        <a14:foregroundMark x1="45703" y1="65430" x2="52832" y2="66406"/>
                        <a14:foregroundMark x1="42676" y1="43359" x2="42676" y2="43359"/>
                        <a14:foregroundMark x1="53516" y1="33691" x2="53516" y2="33691"/>
                        <a14:foregroundMark x1="54102" y1="29492" x2="54102" y2="29492"/>
                        <a14:foregroundMark x1="52344" y1="29492" x2="52344" y2="29492"/>
                        <a14:foregroundMark x1="49902" y1="56543" x2="49902" y2="56543"/>
                        <a14:foregroundMark x1="50195" y1="57129" x2="50195" y2="57129"/>
                        <a14:foregroundMark x1="45410" y1="50586" x2="45410" y2="50586"/>
                        <a14:foregroundMark x1="45410" y1="67969" x2="45410" y2="67969"/>
                        <a14:foregroundMark x1="48438" y1="68945" x2="48438" y2="68945"/>
                        <a14:foregroundMark x1="50781" y1="68945" x2="50781" y2="68945"/>
                        <a14:foregroundMark x1="52051" y1="68945" x2="52051" y2="68945"/>
                        <a14:foregroundMark x1="56543" y1="65625" x2="56543" y2="65625"/>
                      </a14:backgroundRemoval>
                    </a14:imgEffect>
                  </a14:imgLayer>
                </a14:imgProps>
              </a:ext>
            </a:extLst>
          </a:blip>
          <a:srcRect l="20899" t="17481" r="21001" b="21935"/>
          <a:stretch>
            <a:fillRect/>
          </a:stretch>
        </p:blipFill>
        <p:spPr>
          <a:xfrm>
            <a:off x="1578443" y="1289600"/>
            <a:ext cx="860255" cy="897041"/>
          </a:xfrm>
          <a:prstGeom prst="round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DEF8370-F98D-7692-C137-DAF739466FE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0899" t="17481" r="21001" b="21935"/>
          <a:stretch>
            <a:fillRect/>
          </a:stretch>
        </p:blipFill>
        <p:spPr>
          <a:xfrm>
            <a:off x="4985790" y="-123502"/>
            <a:ext cx="1295846" cy="1351258"/>
          </a:xfrm>
          <a:prstGeom prst="round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9F1F537-4F3B-F46F-E81D-95844F1AD3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2736" y="-1482402"/>
            <a:ext cx="1358900" cy="13589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A24C8DD-52CE-DDE1-D958-15884FED861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6243" y="-1256165"/>
            <a:ext cx="1132663" cy="113266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1D49A6B-8D0B-686A-61B2-E43A54E6EB3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04929" y="-1415123"/>
            <a:ext cx="5449832" cy="3633221"/>
          </a:xfrm>
          <a:prstGeom prst="rect">
            <a:avLst/>
          </a:prstGeom>
        </p:spPr>
      </p:pic>
      <p:pic>
        <p:nvPicPr>
          <p:cNvPr id="5" name="Picture 4" descr="A person holding a glass of liquid&#10;&#10;AI-generated content may be incorrect.">
            <a:extLst>
              <a:ext uri="{FF2B5EF4-FFF2-40B4-BE49-F238E27FC236}">
                <a16:creationId xmlns:a16="http://schemas.microsoft.com/office/drawing/2014/main" id="{806D53F4-6F1A-7014-FED8-560F54F584F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31300" b="65402" l="17901" r="84392">
                        <a14:foregroundMark x1="61376" y1="40600" x2="61376" y2="40600"/>
                        <a14:foregroundMark x1="53527" y1="37401" x2="44709" y2="36161"/>
                        <a14:foregroundMark x1="54145" y1="37054" x2="54145" y2="31374"/>
                        <a14:foregroundMark x1="54145" y1="31374" x2="54145" y2="31374"/>
                        <a14:foregroundMark x1="30203" y1="57961" x2="35758" y2="63566"/>
                        <a14:foregroundMark x1="35758" y1="63566" x2="37125" y2="64335"/>
                        <a14:foregroundMark x1="67372" y1="57788" x2="68342" y2="65402"/>
                        <a14:foregroundMark x1="80291" y1="61136" x2="34612" y2="60094"/>
                        <a14:foregroundMark x1="41843" y1="59201" x2="28748" y2="59201"/>
                        <a14:foregroundMark x1="28748" y1="59201" x2="23677" y2="62153"/>
                        <a14:foregroundMark x1="23677" y1="62153" x2="23898" y2="63095"/>
                        <a14:foregroundMark x1="32407" y1="60789" x2="29321" y2="57341"/>
                        <a14:foregroundMark x1="29321" y1="57341" x2="21958" y2="58160"/>
                        <a14:foregroundMark x1="21958" y1="58160" x2="21384" y2="59028"/>
                        <a14:foregroundMark x1="33377" y1="61136" x2="84392" y2="61334"/>
                        <a14:foregroundMark x1="78704" y1="62748" x2="25176" y2="62922"/>
                        <a14:foregroundMark x1="25176" y1="62748" x2="48148" y2="62922"/>
                        <a14:foregroundMark x1="77469" y1="62202" x2="83069" y2="64658"/>
                        <a14:foregroundMark x1="83069" y1="64658" x2="76146" y2="61930"/>
                        <a14:foregroundMark x1="76146" y1="61930" x2="67460" y2="63194"/>
                        <a14:foregroundMark x1="67460" y1="63194" x2="76190" y2="63938"/>
                        <a14:foregroundMark x1="76190" y1="63938" x2="73369" y2="62574"/>
                        <a14:foregroundMark x1="31481" y1="63616" x2="17901" y2="63814"/>
                        <a14:foregroundMark x1="80908" y1="58854" x2="80908" y2="60441"/>
                        <a14:foregroundMark x1="43430" y1="35813" x2="38668" y2="39732"/>
                        <a14:foregroundMark x1="38668" y1="39732" x2="46649" y2="36880"/>
                        <a14:foregroundMark x1="46649" y1="36880" x2="56349" y2="37401"/>
                        <a14:foregroundMark x1="29277" y1="62922" x2="29277" y2="62922"/>
                        <a14:foregroundMark x1="28307" y1="63269" x2="23280" y2="64683"/>
                        <a14:foregroundMark x1="32363" y1="57961" x2="37434" y2="54613"/>
                        <a14:foregroundMark x1="80908" y1="59201" x2="80908" y2="62922"/>
                        <a14:foregroundMark x1="80908" y1="62922" x2="80908" y2="62922"/>
                        <a14:backgroundMark x1="26764" y1="53175" x2="34039" y2="51538"/>
                        <a14:backgroundMark x1="34039" y1="51538" x2="34612" y2="48735"/>
                        <a14:backgroundMark x1="71120" y1="35293" x2="74295" y2="46280"/>
                        <a14:backgroundMark x1="30511" y1="52827" x2="33642" y2="53175"/>
                      </a14:backgroundRemoval>
                    </a14:imgEffect>
                  </a14:imgLayer>
                </a14:imgProps>
              </a:ext>
            </a:extLst>
          </a:blip>
          <a:srcRect l="22708" t="29805" r="16555" b="35665"/>
          <a:stretch>
            <a:fillRect/>
          </a:stretch>
        </p:blipFill>
        <p:spPr>
          <a:xfrm>
            <a:off x="1157519" y="2360290"/>
            <a:ext cx="4407404" cy="44545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FFA5D9-42C8-ECFD-A973-444D567DE7F8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/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31934" b="44434" l="37238" r="62937">
                        <a14:foregroundMark x1="39510" y1="43164" x2="39510" y2="43164"/>
                        <a14:foregroundMark x1="39161" y1="43848" x2="39161" y2="43848"/>
                        <a14:foregroundMark x1="38112" y1="44434" x2="38112" y2="44434"/>
                        <a14:foregroundMark x1="62238" y1="39063" x2="62238" y2="39063"/>
                        <a14:foregroundMark x1="62937" y1="39355" x2="62937" y2="39355"/>
                      </a14:backgroundRemoval>
                    </a14:imgEffect>
                  </a14:imgLayer>
                </a14:imgProps>
              </a:ext>
            </a:extLst>
          </a:blip>
          <a:srcRect l="34230" t="30722" r="34648" b="55359"/>
          <a:stretch>
            <a:fillRect/>
          </a:stretch>
        </p:blipFill>
        <p:spPr>
          <a:xfrm>
            <a:off x="4396475" y="2461890"/>
            <a:ext cx="2246023" cy="179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872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65197-C34C-4C32-33E9-023BFE32A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341FAD-1FAA-382A-396D-5E6AB2912B7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255F08-DFF9-BC67-086F-31B7E8C6B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810348" flipH="1">
            <a:off x="7588634" y="981240"/>
            <a:ext cx="4182177" cy="41821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4E6B775-EA25-F6AE-7C76-A675914E1EED}"/>
              </a:ext>
            </a:extLst>
          </p:cNvPr>
          <p:cNvSpPr txBox="1"/>
          <p:nvPr/>
        </p:nvSpPr>
        <p:spPr>
          <a:xfrm>
            <a:off x="629920" y="1289600"/>
            <a:ext cx="3332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Ton  Esan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2ED1B43-93FF-47AB-46C1-C69B06E451C2}"/>
              </a:ext>
            </a:extLst>
          </p:cNvPr>
          <p:cNvSpPr/>
          <p:nvPr/>
        </p:nvSpPr>
        <p:spPr>
          <a:xfrm>
            <a:off x="5293360" y="225315"/>
            <a:ext cx="1117600" cy="3523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About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0ADA820-DEC2-5CCA-4BA8-3D5239783B34}"/>
              </a:ext>
            </a:extLst>
          </p:cNvPr>
          <p:cNvSpPr/>
          <p:nvPr/>
        </p:nvSpPr>
        <p:spPr>
          <a:xfrm>
            <a:off x="10361306" y="225315"/>
            <a:ext cx="1117600" cy="3523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Resume</a:t>
            </a:r>
          </a:p>
        </p:txBody>
      </p:sp>
      <p:pic>
        <p:nvPicPr>
          <p:cNvPr id="12" name="Picture 11" descr="A black square with red dots in the shape of a heart&#10;&#10;AI-generated content may be incorrect.">
            <a:extLst>
              <a:ext uri="{FF2B5EF4-FFF2-40B4-BE49-F238E27FC236}">
                <a16:creationId xmlns:a16="http://schemas.microsoft.com/office/drawing/2014/main" id="{FB893D6E-DBBB-D05A-C2B3-1E6BB957E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38334" y="1409071"/>
            <a:ext cx="1488440" cy="16632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DB0389-5A99-FA41-D776-3995D65602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899" t="14763" r="17184" b="22173"/>
          <a:stretch>
            <a:fillRect/>
          </a:stretch>
        </p:blipFill>
        <p:spPr>
          <a:xfrm>
            <a:off x="713094" y="207705"/>
            <a:ext cx="1062157" cy="1081895"/>
          </a:xfrm>
          <a:prstGeom prst="round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C3DAD9D-CD03-FF0E-18AC-56FC6B3878C3}"/>
              </a:ext>
            </a:extLst>
          </p:cNvPr>
          <p:cNvSpPr/>
          <p:nvPr/>
        </p:nvSpPr>
        <p:spPr>
          <a:xfrm>
            <a:off x="629920" y="207705"/>
            <a:ext cx="1117600" cy="3523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work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12EF659-E1D8-0A47-978F-E0EA752C83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920" y="-1285449"/>
            <a:ext cx="1111800" cy="1111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AFFD21F-14BA-C452-0445-F8EC71F4BCAD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2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3539" b="72007" l="26709" r="73189">
                        <a14:foregroundMark x1="50000" y1="32422" x2="50000" y2="32422"/>
                        <a14:foregroundMark x1="50391" y1="33398" x2="50391" y2="33398"/>
                        <a14:foregroundMark x1="50391" y1="33398" x2="50391" y2="33398"/>
                        <a14:foregroundMark x1="50391" y1="33398" x2="47168" y2="45117"/>
                        <a14:foregroundMark x1="48047" y1="43262" x2="48047" y2="62109"/>
                        <a14:foregroundMark x1="45703" y1="65430" x2="52832" y2="66406"/>
                        <a14:foregroundMark x1="42676" y1="43359" x2="42676" y2="43359"/>
                        <a14:foregroundMark x1="53516" y1="33691" x2="53516" y2="33691"/>
                        <a14:foregroundMark x1="54102" y1="29492" x2="54102" y2="29492"/>
                        <a14:foregroundMark x1="52344" y1="29492" x2="52344" y2="29492"/>
                        <a14:foregroundMark x1="49902" y1="56543" x2="49902" y2="56543"/>
                        <a14:foregroundMark x1="50195" y1="57129" x2="50195" y2="57129"/>
                        <a14:foregroundMark x1="45410" y1="50586" x2="45410" y2="50586"/>
                        <a14:foregroundMark x1="45410" y1="67969" x2="45410" y2="67969"/>
                        <a14:foregroundMark x1="48438" y1="68945" x2="48438" y2="68945"/>
                        <a14:foregroundMark x1="50781" y1="68945" x2="50781" y2="68945"/>
                        <a14:foregroundMark x1="52051" y1="68945" x2="52051" y2="68945"/>
                        <a14:foregroundMark x1="56543" y1="65625" x2="56543" y2="65625"/>
                      </a14:backgroundRemoval>
                    </a14:imgEffect>
                  </a14:imgLayer>
                </a14:imgProps>
              </a:ext>
            </a:extLst>
          </a:blip>
          <a:srcRect l="20899" t="17481" r="21001" b="21935"/>
          <a:stretch>
            <a:fillRect/>
          </a:stretch>
        </p:blipFill>
        <p:spPr>
          <a:xfrm>
            <a:off x="1578443" y="1289600"/>
            <a:ext cx="860255" cy="897041"/>
          </a:xfrm>
          <a:prstGeom prst="round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D6C9D03-DF20-DF17-5928-B920C245564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0899" t="17481" r="21001" b="21935"/>
          <a:stretch>
            <a:fillRect/>
          </a:stretch>
        </p:blipFill>
        <p:spPr>
          <a:xfrm>
            <a:off x="4985790" y="-123502"/>
            <a:ext cx="1295846" cy="1351258"/>
          </a:xfrm>
          <a:prstGeom prst="round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106EA97-D0EF-1DA2-3A0D-52AB429B1C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2736" y="-1482402"/>
            <a:ext cx="1358900" cy="13589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B37DC72-97FE-17C2-19A2-44C5E813660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6243" y="-1256165"/>
            <a:ext cx="1132663" cy="113266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218E9ED-6FE2-FF59-A875-7667D425668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04929" y="-1415123"/>
            <a:ext cx="5449832" cy="3633221"/>
          </a:xfrm>
          <a:prstGeom prst="rect">
            <a:avLst/>
          </a:prstGeom>
        </p:spPr>
      </p:pic>
      <p:pic>
        <p:nvPicPr>
          <p:cNvPr id="5" name="Picture 4" descr="A person holding a glass of liquid&#10;&#10;AI-generated content may be incorrect.">
            <a:extLst>
              <a:ext uri="{FF2B5EF4-FFF2-40B4-BE49-F238E27FC236}">
                <a16:creationId xmlns:a16="http://schemas.microsoft.com/office/drawing/2014/main" id="{8F8E1862-EBE1-04A6-7F05-83AEE8C665C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31300" b="65402" l="17901" r="84392">
                        <a14:foregroundMark x1="61376" y1="40600" x2="61376" y2="40600"/>
                        <a14:foregroundMark x1="53527" y1="37401" x2="44709" y2="36161"/>
                        <a14:foregroundMark x1="54145" y1="37054" x2="54145" y2="31374"/>
                        <a14:foregroundMark x1="54145" y1="31374" x2="54145" y2="31374"/>
                        <a14:foregroundMark x1="30203" y1="57961" x2="35758" y2="63566"/>
                        <a14:foregroundMark x1="35758" y1="63566" x2="37125" y2="64335"/>
                        <a14:foregroundMark x1="67372" y1="57788" x2="68342" y2="65402"/>
                        <a14:foregroundMark x1="80291" y1="61136" x2="34612" y2="60094"/>
                        <a14:foregroundMark x1="41843" y1="59201" x2="28748" y2="59201"/>
                        <a14:foregroundMark x1="28748" y1="59201" x2="23677" y2="62153"/>
                        <a14:foregroundMark x1="23677" y1="62153" x2="23898" y2="63095"/>
                        <a14:foregroundMark x1="32407" y1="60789" x2="29321" y2="57341"/>
                        <a14:foregroundMark x1="29321" y1="57341" x2="21958" y2="58160"/>
                        <a14:foregroundMark x1="21958" y1="58160" x2="21384" y2="59028"/>
                        <a14:foregroundMark x1="33377" y1="61136" x2="84392" y2="61334"/>
                        <a14:foregroundMark x1="78704" y1="62748" x2="25176" y2="62922"/>
                        <a14:foregroundMark x1="25176" y1="62748" x2="48148" y2="62922"/>
                        <a14:foregroundMark x1="77469" y1="62202" x2="83069" y2="64658"/>
                        <a14:foregroundMark x1="83069" y1="64658" x2="76146" y2="61930"/>
                        <a14:foregroundMark x1="76146" y1="61930" x2="67460" y2="63194"/>
                        <a14:foregroundMark x1="67460" y1="63194" x2="76190" y2="63938"/>
                        <a14:foregroundMark x1="76190" y1="63938" x2="73369" y2="62574"/>
                        <a14:foregroundMark x1="31481" y1="63616" x2="17901" y2="63814"/>
                        <a14:foregroundMark x1="80908" y1="58854" x2="80908" y2="60441"/>
                        <a14:foregroundMark x1="43430" y1="35813" x2="38668" y2="39732"/>
                        <a14:foregroundMark x1="38668" y1="39732" x2="46649" y2="36880"/>
                        <a14:foregroundMark x1="46649" y1="36880" x2="56349" y2="37401"/>
                        <a14:foregroundMark x1="29277" y1="62922" x2="29277" y2="62922"/>
                        <a14:foregroundMark x1="28307" y1="63269" x2="23280" y2="64683"/>
                        <a14:foregroundMark x1="32363" y1="57961" x2="37434" y2="54613"/>
                        <a14:foregroundMark x1="80908" y1="59201" x2="80908" y2="62922"/>
                        <a14:foregroundMark x1="80908" y1="62922" x2="80908" y2="62922"/>
                        <a14:foregroundMark x1="63095" y1="45337" x2="63095" y2="45337"/>
                        <a14:foregroundMark x1="63713" y1="44916" x2="63624" y2="46949"/>
                        <a14:foregroundMark x1="37787" y1="55109" x2="35450" y2="54043"/>
                        <a14:backgroundMark x1="26764" y1="53175" x2="34039" y2="51538"/>
                        <a14:backgroundMark x1="34039" y1="51538" x2="34612" y2="48735"/>
                        <a14:backgroundMark x1="71120" y1="35293" x2="74295" y2="46280"/>
                        <a14:backgroundMark x1="30511" y1="52827" x2="33642" y2="53175"/>
                        <a14:backgroundMark x1="66711" y1="44816" x2="67240" y2="47545"/>
                        <a14:backgroundMark x1="37346" y1="39559" x2="38007" y2="41815"/>
                        <a14:backgroundMark x1="33862" y1="44444" x2="39991" y2="50397"/>
                      </a14:backgroundRemoval>
                    </a14:imgEffect>
                  </a14:imgLayer>
                </a14:imgProps>
              </a:ext>
            </a:extLst>
          </a:blip>
          <a:srcRect l="22708" t="29805" r="16555" b="35665"/>
          <a:stretch>
            <a:fillRect/>
          </a:stretch>
        </p:blipFill>
        <p:spPr>
          <a:xfrm>
            <a:off x="1157519" y="2360290"/>
            <a:ext cx="4407404" cy="44545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8B51C1-9F41-0F39-C2BF-764B5198BE14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/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31934" b="44434" l="37238" r="62937">
                        <a14:foregroundMark x1="39510" y1="43164" x2="39510" y2="43164"/>
                        <a14:foregroundMark x1="39161" y1="43848" x2="39161" y2="43848"/>
                        <a14:foregroundMark x1="38112" y1="44434" x2="38112" y2="44434"/>
                        <a14:foregroundMark x1="62238" y1="39063" x2="62238" y2="39063"/>
                        <a14:foregroundMark x1="62937" y1="39355" x2="62937" y2="39355"/>
                      </a14:backgroundRemoval>
                    </a14:imgEffect>
                  </a14:imgLayer>
                </a14:imgProps>
              </a:ext>
            </a:extLst>
          </a:blip>
          <a:srcRect l="34230" t="30722" r="34648" b="55359"/>
          <a:stretch>
            <a:fillRect/>
          </a:stretch>
        </p:blipFill>
        <p:spPr>
          <a:xfrm>
            <a:off x="1987310" y="2464690"/>
            <a:ext cx="2246023" cy="17982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458C58-8875-00AC-1F50-BCFEAC4579F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8105" b="94141" l="9921" r="89881">
                        <a14:foregroundMark x1="46825" y1="8203" x2="46825" y2="8203"/>
                        <a14:foregroundMark x1="47619" y1="94141" x2="47619" y2="9414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6944" y="2309651"/>
            <a:ext cx="4515242" cy="458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728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4C43F-AF83-F276-D53A-8E65E8543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3DEF033-641F-0354-E91F-EF7D6EEBDE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C4C107-CFEE-AE2D-CE53-948583A8B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810348" flipH="1">
            <a:off x="7588634" y="981240"/>
            <a:ext cx="4182177" cy="41821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0A4AD5-1634-461E-6882-0FF35281092D}"/>
              </a:ext>
            </a:extLst>
          </p:cNvPr>
          <p:cNvSpPr txBox="1"/>
          <p:nvPr/>
        </p:nvSpPr>
        <p:spPr>
          <a:xfrm>
            <a:off x="629920" y="1289600"/>
            <a:ext cx="3332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Ton  Esan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8071452-B1EF-E91A-8FB1-C7A84822826D}"/>
              </a:ext>
            </a:extLst>
          </p:cNvPr>
          <p:cNvSpPr/>
          <p:nvPr/>
        </p:nvSpPr>
        <p:spPr>
          <a:xfrm>
            <a:off x="5293360" y="225315"/>
            <a:ext cx="1117600" cy="3523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About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A58BDEB-AC4C-4952-0360-6696CB2F7556}"/>
              </a:ext>
            </a:extLst>
          </p:cNvPr>
          <p:cNvSpPr/>
          <p:nvPr/>
        </p:nvSpPr>
        <p:spPr>
          <a:xfrm>
            <a:off x="10361306" y="225315"/>
            <a:ext cx="1117600" cy="3523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Resume</a:t>
            </a:r>
          </a:p>
        </p:txBody>
      </p:sp>
      <p:pic>
        <p:nvPicPr>
          <p:cNvPr id="12" name="Picture 11" descr="A black square with red dots in the shape of a heart&#10;&#10;AI-generated content may be incorrect.">
            <a:extLst>
              <a:ext uri="{FF2B5EF4-FFF2-40B4-BE49-F238E27FC236}">
                <a16:creationId xmlns:a16="http://schemas.microsoft.com/office/drawing/2014/main" id="{B71CBD2C-7616-602F-B898-2CE25F4FA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38334" y="1409071"/>
            <a:ext cx="1488440" cy="16632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BA77954-670C-6C8C-7FDE-47DF91A9A8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899" t="14763" r="17184" b="22173"/>
          <a:stretch>
            <a:fillRect/>
          </a:stretch>
        </p:blipFill>
        <p:spPr>
          <a:xfrm>
            <a:off x="713094" y="207705"/>
            <a:ext cx="1062157" cy="1081895"/>
          </a:xfrm>
          <a:prstGeom prst="round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A1CE6F3-2198-ECB8-5710-75674D28B912}"/>
              </a:ext>
            </a:extLst>
          </p:cNvPr>
          <p:cNvSpPr/>
          <p:nvPr/>
        </p:nvSpPr>
        <p:spPr>
          <a:xfrm>
            <a:off x="629920" y="207705"/>
            <a:ext cx="1117600" cy="3523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work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DF32300-ACAC-B250-93FE-C45806386B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920" y="-1285449"/>
            <a:ext cx="1111800" cy="1111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6816253-AD47-E616-4E5D-72926C576EB5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2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3539" b="72007" l="26709" r="73189">
                        <a14:foregroundMark x1="50000" y1="32422" x2="50000" y2="32422"/>
                        <a14:foregroundMark x1="50391" y1="33398" x2="50391" y2="33398"/>
                        <a14:foregroundMark x1="50391" y1="33398" x2="50391" y2="33398"/>
                        <a14:foregroundMark x1="50391" y1="33398" x2="47168" y2="45117"/>
                        <a14:foregroundMark x1="48047" y1="43262" x2="48047" y2="62109"/>
                        <a14:foregroundMark x1="45703" y1="65430" x2="52832" y2="66406"/>
                        <a14:foregroundMark x1="42676" y1="43359" x2="42676" y2="43359"/>
                        <a14:foregroundMark x1="53516" y1="33691" x2="53516" y2="33691"/>
                        <a14:foregroundMark x1="54102" y1="29492" x2="54102" y2="29492"/>
                        <a14:foregroundMark x1="52344" y1="29492" x2="52344" y2="29492"/>
                        <a14:foregroundMark x1="49902" y1="56543" x2="49902" y2="56543"/>
                        <a14:foregroundMark x1="50195" y1="57129" x2="50195" y2="57129"/>
                        <a14:foregroundMark x1="45410" y1="50586" x2="45410" y2="50586"/>
                        <a14:foregroundMark x1="45410" y1="67969" x2="45410" y2="67969"/>
                        <a14:foregroundMark x1="48438" y1="68945" x2="48438" y2="68945"/>
                        <a14:foregroundMark x1="50781" y1="68945" x2="50781" y2="68945"/>
                        <a14:foregroundMark x1="52051" y1="68945" x2="52051" y2="68945"/>
                        <a14:foregroundMark x1="56543" y1="65625" x2="56543" y2="65625"/>
                      </a14:backgroundRemoval>
                    </a14:imgEffect>
                  </a14:imgLayer>
                </a14:imgProps>
              </a:ext>
            </a:extLst>
          </a:blip>
          <a:srcRect l="20899" t="17481" r="21001" b="21935"/>
          <a:stretch>
            <a:fillRect/>
          </a:stretch>
        </p:blipFill>
        <p:spPr>
          <a:xfrm>
            <a:off x="1637494" y="1409071"/>
            <a:ext cx="699632" cy="729549"/>
          </a:xfrm>
          <a:prstGeom prst="round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F903F7B-4A18-C5F7-7398-F6D71A92FF3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0899" t="17481" r="21001" b="21935"/>
          <a:stretch>
            <a:fillRect/>
          </a:stretch>
        </p:blipFill>
        <p:spPr>
          <a:xfrm>
            <a:off x="4985790" y="-123502"/>
            <a:ext cx="1295846" cy="1351258"/>
          </a:xfrm>
          <a:prstGeom prst="round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72B91BF-3D98-3F28-D2C5-5D687EE3D25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2736" y="-1482402"/>
            <a:ext cx="1358900" cy="13589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5F0D440-FB2A-1097-46E0-B5475B323A6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6243" y="-1256165"/>
            <a:ext cx="1132663" cy="113266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A3D1B70-3B3C-0D58-2957-33E5270AC23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57879" y="47842"/>
            <a:ext cx="1545497" cy="1030331"/>
          </a:xfrm>
          <a:prstGeom prst="rect">
            <a:avLst/>
          </a:prstGeom>
        </p:spPr>
      </p:pic>
      <p:pic>
        <p:nvPicPr>
          <p:cNvPr id="5" name="Picture 4" descr="A person holding a glass of liquid&#10;&#10;AI-generated content may be incorrect.">
            <a:extLst>
              <a:ext uri="{FF2B5EF4-FFF2-40B4-BE49-F238E27FC236}">
                <a16:creationId xmlns:a16="http://schemas.microsoft.com/office/drawing/2014/main" id="{E274DF2F-5DBB-5C87-0965-8E0DD512E19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31300" b="65402" l="17901" r="84392">
                        <a14:foregroundMark x1="61376" y1="40600" x2="61376" y2="40600"/>
                        <a14:foregroundMark x1="53527" y1="37401" x2="44709" y2="36161"/>
                        <a14:foregroundMark x1="54145" y1="37054" x2="54145" y2="31374"/>
                        <a14:foregroundMark x1="54145" y1="31374" x2="54145" y2="31374"/>
                        <a14:foregroundMark x1="30203" y1="57961" x2="35758" y2="63566"/>
                        <a14:foregroundMark x1="35758" y1="63566" x2="37125" y2="64335"/>
                        <a14:foregroundMark x1="67372" y1="57788" x2="68342" y2="65402"/>
                        <a14:foregroundMark x1="80291" y1="61136" x2="34612" y2="60094"/>
                        <a14:foregroundMark x1="41843" y1="59201" x2="28748" y2="59201"/>
                        <a14:foregroundMark x1="28748" y1="59201" x2="23677" y2="62153"/>
                        <a14:foregroundMark x1="23677" y1="62153" x2="23898" y2="63095"/>
                        <a14:foregroundMark x1="32407" y1="60789" x2="29321" y2="57341"/>
                        <a14:foregroundMark x1="29321" y1="57341" x2="21958" y2="58160"/>
                        <a14:foregroundMark x1="21958" y1="58160" x2="21384" y2="59028"/>
                        <a14:foregroundMark x1="33377" y1="61136" x2="84392" y2="61334"/>
                        <a14:foregroundMark x1="78704" y1="62748" x2="25176" y2="62922"/>
                        <a14:foregroundMark x1="25176" y1="62748" x2="48148" y2="62922"/>
                        <a14:foregroundMark x1="77469" y1="62202" x2="83069" y2="64658"/>
                        <a14:foregroundMark x1="83069" y1="64658" x2="76146" y2="61930"/>
                        <a14:foregroundMark x1="76146" y1="61930" x2="67460" y2="63194"/>
                        <a14:foregroundMark x1="67460" y1="63194" x2="76190" y2="63938"/>
                        <a14:foregroundMark x1="76190" y1="63938" x2="73369" y2="62574"/>
                        <a14:foregroundMark x1="31481" y1="63616" x2="17901" y2="63814"/>
                        <a14:foregroundMark x1="80908" y1="58854" x2="80908" y2="60441"/>
                        <a14:foregroundMark x1="43430" y1="35813" x2="38668" y2="39732"/>
                        <a14:foregroundMark x1="38668" y1="39732" x2="46649" y2="36880"/>
                        <a14:foregroundMark x1="46649" y1="36880" x2="56349" y2="37401"/>
                        <a14:foregroundMark x1="29277" y1="62922" x2="29277" y2="62922"/>
                        <a14:foregroundMark x1="28307" y1="63269" x2="23280" y2="64683"/>
                        <a14:foregroundMark x1="32363" y1="57961" x2="37434" y2="54613"/>
                        <a14:foregroundMark x1="80908" y1="59201" x2="80908" y2="62922"/>
                        <a14:foregroundMark x1="80908" y1="62922" x2="80908" y2="62922"/>
                        <a14:foregroundMark x1="63095" y1="45337" x2="63095" y2="45337"/>
                        <a14:foregroundMark x1="63713" y1="44916" x2="63624" y2="46949"/>
                        <a14:foregroundMark x1="37787" y1="55109" x2="35450" y2="54043"/>
                        <a14:backgroundMark x1="26764" y1="53175" x2="34039" y2="51538"/>
                        <a14:backgroundMark x1="34039" y1="51538" x2="34612" y2="48735"/>
                        <a14:backgroundMark x1="71120" y1="35293" x2="74295" y2="46280"/>
                        <a14:backgroundMark x1="30511" y1="52827" x2="33642" y2="53175"/>
                        <a14:backgroundMark x1="66711" y1="44816" x2="67240" y2="47545"/>
                        <a14:backgroundMark x1="37346" y1="39559" x2="38007" y2="41815"/>
                        <a14:backgroundMark x1="33862" y1="44444" x2="39991" y2="50397"/>
                      </a14:backgroundRemoval>
                    </a14:imgEffect>
                  </a14:imgLayer>
                </a14:imgProps>
              </a:ext>
            </a:extLst>
          </a:blip>
          <a:srcRect l="22708" t="29805" r="16555" b="35665"/>
          <a:stretch>
            <a:fillRect/>
          </a:stretch>
        </p:blipFill>
        <p:spPr>
          <a:xfrm>
            <a:off x="1157519" y="2360290"/>
            <a:ext cx="4407404" cy="44545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CA3DBE-2332-02C2-DE77-93E721887D29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/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31934" b="44434" l="37238" r="62937">
                        <a14:foregroundMark x1="39510" y1="43164" x2="39510" y2="43164"/>
                        <a14:foregroundMark x1="39161" y1="43848" x2="39161" y2="43848"/>
                        <a14:foregroundMark x1="38112" y1="44434" x2="38112" y2="44434"/>
                        <a14:foregroundMark x1="62238" y1="39063" x2="62238" y2="39063"/>
                        <a14:foregroundMark x1="62937" y1="39355" x2="62937" y2="39355"/>
                      </a14:backgroundRemoval>
                    </a14:imgEffect>
                  </a14:imgLayer>
                </a14:imgProps>
              </a:ext>
            </a:extLst>
          </a:blip>
          <a:srcRect l="34230" t="30722" r="34648" b="55359"/>
          <a:stretch>
            <a:fillRect/>
          </a:stretch>
        </p:blipFill>
        <p:spPr>
          <a:xfrm>
            <a:off x="1987310" y="2464690"/>
            <a:ext cx="2246023" cy="179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075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DDAA2-AC8A-9609-A85D-E8D48F7D2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3017E6-55D9-D195-68F4-D6628FBCF7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B0EF66-9887-0538-4486-ED13D6E5A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810348" flipH="1">
            <a:off x="7588634" y="981240"/>
            <a:ext cx="4182177" cy="41821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D31D38-CAE3-90E2-5F0B-861F5A604221}"/>
              </a:ext>
            </a:extLst>
          </p:cNvPr>
          <p:cNvSpPr txBox="1"/>
          <p:nvPr/>
        </p:nvSpPr>
        <p:spPr>
          <a:xfrm>
            <a:off x="629920" y="1289600"/>
            <a:ext cx="3332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Ton  Esan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38F71CF-2B70-1D31-FEEC-013BE64BEDFF}"/>
              </a:ext>
            </a:extLst>
          </p:cNvPr>
          <p:cNvSpPr/>
          <p:nvPr/>
        </p:nvSpPr>
        <p:spPr>
          <a:xfrm>
            <a:off x="5293360" y="225315"/>
            <a:ext cx="1117600" cy="3523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About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CBEE053-A7D5-6028-6222-2BE143D991F8}"/>
              </a:ext>
            </a:extLst>
          </p:cNvPr>
          <p:cNvSpPr/>
          <p:nvPr/>
        </p:nvSpPr>
        <p:spPr>
          <a:xfrm>
            <a:off x="10361306" y="225315"/>
            <a:ext cx="1117600" cy="3523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Resume</a:t>
            </a:r>
          </a:p>
        </p:txBody>
      </p:sp>
      <p:pic>
        <p:nvPicPr>
          <p:cNvPr id="12" name="Picture 11" descr="A black square with red dots in the shape of a heart&#10;&#10;AI-generated content may be incorrect.">
            <a:extLst>
              <a:ext uri="{FF2B5EF4-FFF2-40B4-BE49-F238E27FC236}">
                <a16:creationId xmlns:a16="http://schemas.microsoft.com/office/drawing/2014/main" id="{D2331F38-37EF-15C0-2F40-CF225B4A2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38334" y="1409071"/>
            <a:ext cx="1488440" cy="16632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6BED3A4-D474-ABCD-EC43-A0DEA3FF7C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899" t="14763" r="17184" b="22173"/>
          <a:stretch>
            <a:fillRect/>
          </a:stretch>
        </p:blipFill>
        <p:spPr>
          <a:xfrm>
            <a:off x="713094" y="207705"/>
            <a:ext cx="1062157" cy="1081895"/>
          </a:xfrm>
          <a:prstGeom prst="round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7AD4C7A-8990-A1B6-AADE-44AD6CB243A9}"/>
              </a:ext>
            </a:extLst>
          </p:cNvPr>
          <p:cNvSpPr/>
          <p:nvPr/>
        </p:nvSpPr>
        <p:spPr>
          <a:xfrm>
            <a:off x="629920" y="207705"/>
            <a:ext cx="1117600" cy="3523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work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13D2774-2612-2589-84BC-2B1A461141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920" y="-1285449"/>
            <a:ext cx="1111800" cy="1111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BBB39EE-7DD4-41A2-460D-FE861BE20FC1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2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3539" b="72007" l="26709" r="73189">
                        <a14:foregroundMark x1="50000" y1="32422" x2="50000" y2="32422"/>
                        <a14:foregroundMark x1="50391" y1="33398" x2="50391" y2="33398"/>
                        <a14:foregroundMark x1="50391" y1="33398" x2="50391" y2="33398"/>
                        <a14:foregroundMark x1="50391" y1="33398" x2="47168" y2="45117"/>
                        <a14:foregroundMark x1="48047" y1="43262" x2="48047" y2="62109"/>
                        <a14:foregroundMark x1="45703" y1="65430" x2="52832" y2="66406"/>
                        <a14:foregroundMark x1="42676" y1="43359" x2="42676" y2="43359"/>
                        <a14:foregroundMark x1="53516" y1="33691" x2="53516" y2="33691"/>
                        <a14:foregroundMark x1="54102" y1="29492" x2="54102" y2="29492"/>
                        <a14:foregroundMark x1="52344" y1="29492" x2="52344" y2="29492"/>
                        <a14:foregroundMark x1="49902" y1="56543" x2="49902" y2="56543"/>
                        <a14:foregroundMark x1="50195" y1="57129" x2="50195" y2="57129"/>
                        <a14:foregroundMark x1="45410" y1="50586" x2="45410" y2="50586"/>
                        <a14:foregroundMark x1="45410" y1="67969" x2="45410" y2="67969"/>
                        <a14:foregroundMark x1="48438" y1="68945" x2="48438" y2="68945"/>
                        <a14:foregroundMark x1="50781" y1="68945" x2="50781" y2="68945"/>
                        <a14:foregroundMark x1="52051" y1="68945" x2="52051" y2="68945"/>
                        <a14:foregroundMark x1="56543" y1="65625" x2="56543" y2="65625"/>
                      </a14:backgroundRemoval>
                    </a14:imgEffect>
                  </a14:imgLayer>
                </a14:imgProps>
              </a:ext>
            </a:extLst>
          </a:blip>
          <a:srcRect l="20899" t="17481" r="21001" b="21935"/>
          <a:stretch>
            <a:fillRect/>
          </a:stretch>
        </p:blipFill>
        <p:spPr>
          <a:xfrm>
            <a:off x="1578443" y="1289600"/>
            <a:ext cx="860255" cy="897041"/>
          </a:xfrm>
          <a:prstGeom prst="round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7896F77-AB63-8F7A-E41E-BB6F9D5A48E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0899" t="17481" r="21001" b="21935"/>
          <a:stretch>
            <a:fillRect/>
          </a:stretch>
        </p:blipFill>
        <p:spPr>
          <a:xfrm>
            <a:off x="4985790" y="-123502"/>
            <a:ext cx="1295846" cy="1351258"/>
          </a:xfrm>
          <a:prstGeom prst="round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6FA2C95-C72A-9169-2F88-B604BC3439B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2736" y="-1482402"/>
            <a:ext cx="1358900" cy="13589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19F29A9-0147-61BB-6306-F35D0322B55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6243" y="-1256165"/>
            <a:ext cx="1132663" cy="1132663"/>
          </a:xfrm>
          <a:prstGeom prst="rect">
            <a:avLst/>
          </a:prstGeom>
        </p:spPr>
      </p:pic>
      <p:pic>
        <p:nvPicPr>
          <p:cNvPr id="5" name="Picture 4" descr="A person holding a glass of liquid&#10;&#10;AI-generated content may be incorrect.">
            <a:extLst>
              <a:ext uri="{FF2B5EF4-FFF2-40B4-BE49-F238E27FC236}">
                <a16:creationId xmlns:a16="http://schemas.microsoft.com/office/drawing/2014/main" id="{BCC90872-D798-5BF4-B87D-EDB33A06EE0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31300" b="65402" l="17901" r="84392">
                        <a14:foregroundMark x1="61376" y1="40600" x2="61376" y2="40600"/>
                        <a14:foregroundMark x1="53527" y1="37401" x2="44709" y2="36161"/>
                        <a14:foregroundMark x1="54145" y1="37054" x2="54145" y2="31374"/>
                        <a14:foregroundMark x1="54145" y1="31374" x2="54145" y2="31374"/>
                        <a14:foregroundMark x1="30203" y1="57961" x2="35758" y2="63566"/>
                        <a14:foregroundMark x1="35758" y1="63566" x2="37125" y2="64335"/>
                        <a14:foregroundMark x1="67372" y1="57788" x2="68342" y2="65402"/>
                        <a14:foregroundMark x1="80291" y1="61136" x2="34612" y2="60094"/>
                        <a14:foregroundMark x1="41843" y1="59201" x2="28748" y2="59201"/>
                        <a14:foregroundMark x1="28748" y1="59201" x2="23677" y2="62153"/>
                        <a14:foregroundMark x1="23677" y1="62153" x2="23898" y2="63095"/>
                        <a14:foregroundMark x1="32407" y1="60789" x2="29321" y2="57341"/>
                        <a14:foregroundMark x1="29321" y1="57341" x2="21958" y2="58160"/>
                        <a14:foregroundMark x1="21958" y1="58160" x2="21384" y2="59028"/>
                        <a14:foregroundMark x1="33377" y1="61136" x2="84392" y2="61334"/>
                        <a14:foregroundMark x1="78704" y1="62748" x2="25176" y2="62922"/>
                        <a14:foregroundMark x1="25176" y1="62748" x2="48148" y2="62922"/>
                        <a14:foregroundMark x1="77469" y1="62202" x2="83069" y2="64658"/>
                        <a14:foregroundMark x1="83069" y1="64658" x2="76146" y2="61930"/>
                        <a14:foregroundMark x1="76146" y1="61930" x2="67460" y2="63194"/>
                        <a14:foregroundMark x1="67460" y1="63194" x2="76190" y2="63938"/>
                        <a14:foregroundMark x1="76190" y1="63938" x2="73369" y2="62574"/>
                        <a14:foregroundMark x1="31481" y1="63616" x2="17901" y2="63814"/>
                        <a14:foregroundMark x1="80908" y1="58854" x2="80908" y2="60441"/>
                        <a14:foregroundMark x1="43430" y1="35813" x2="38668" y2="39732"/>
                        <a14:foregroundMark x1="38668" y1="39732" x2="46649" y2="36880"/>
                        <a14:foregroundMark x1="46649" y1="36880" x2="56349" y2="37401"/>
                        <a14:foregroundMark x1="29277" y1="62922" x2="29277" y2="62922"/>
                        <a14:foregroundMark x1="28307" y1="63269" x2="23280" y2="64683"/>
                        <a14:foregroundMark x1="32363" y1="57961" x2="37434" y2="54613"/>
                        <a14:foregroundMark x1="80908" y1="59201" x2="80908" y2="62922"/>
                        <a14:foregroundMark x1="80908" y1="62922" x2="80908" y2="62922"/>
                        <a14:foregroundMark x1="63095" y1="45337" x2="63095" y2="45337"/>
                        <a14:foregroundMark x1="63713" y1="44916" x2="63624" y2="46949"/>
                        <a14:foregroundMark x1="37787" y1="55109" x2="35450" y2="54043"/>
                        <a14:backgroundMark x1="26764" y1="53175" x2="34039" y2="51538"/>
                        <a14:backgroundMark x1="34039" y1="51538" x2="34612" y2="48735"/>
                        <a14:backgroundMark x1="71120" y1="35293" x2="74295" y2="46280"/>
                        <a14:backgroundMark x1="30511" y1="52827" x2="33642" y2="53175"/>
                        <a14:backgroundMark x1="66711" y1="44816" x2="67240" y2="47545"/>
                        <a14:backgroundMark x1="37346" y1="39559" x2="38007" y2="41815"/>
                        <a14:backgroundMark x1="33862" y1="44444" x2="39991" y2="50397"/>
                      </a14:backgroundRemoval>
                    </a14:imgEffect>
                  </a14:imgLayer>
                </a14:imgProps>
              </a:ext>
            </a:extLst>
          </a:blip>
          <a:srcRect l="22708" t="29805" r="16555" b="35665"/>
          <a:stretch>
            <a:fillRect/>
          </a:stretch>
        </p:blipFill>
        <p:spPr>
          <a:xfrm>
            <a:off x="1157519" y="2360290"/>
            <a:ext cx="4407404" cy="44545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927C3E-8D8B-14C8-0B0E-5C82FD7BF350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31934" b="44434" l="37238" r="62937">
                        <a14:foregroundMark x1="39510" y1="43164" x2="39510" y2="43164"/>
                        <a14:foregroundMark x1="39161" y1="43848" x2="39161" y2="43848"/>
                        <a14:foregroundMark x1="38112" y1="44434" x2="38112" y2="44434"/>
                        <a14:foregroundMark x1="62238" y1="39063" x2="62238" y2="39063"/>
                        <a14:foregroundMark x1="62937" y1="39355" x2="62937" y2="39355"/>
                      </a14:backgroundRemoval>
                    </a14:imgEffect>
                  </a14:imgLayer>
                </a14:imgProps>
              </a:ext>
            </a:extLst>
          </a:blip>
          <a:srcRect l="34230" t="30722" r="34648" b="55359"/>
          <a:stretch>
            <a:fillRect/>
          </a:stretch>
        </p:blipFill>
        <p:spPr>
          <a:xfrm>
            <a:off x="1987310" y="2464690"/>
            <a:ext cx="2246023" cy="17982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12A11A-052F-7F1B-5991-50A8E6B0E06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9375" b="94434" l="9921" r="89881">
                        <a14:foregroundMark x1="49008" y1="9375" x2="49008" y2="9375"/>
                        <a14:foregroundMark x1="41369" y1="94434" x2="41369" y2="9443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5226" y="2285601"/>
            <a:ext cx="4531990" cy="460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140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D9E9A-5A04-7913-62FD-4415EE3F8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EFC2FD-AB69-D457-D91D-8A0EC62B72E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3995" t="1" r="-1" b="-2850"/>
          <a:stretch>
            <a:fillRect/>
          </a:stretch>
        </p:blipFill>
        <p:spPr>
          <a:xfrm>
            <a:off x="1670756" y="770074"/>
            <a:ext cx="8432800" cy="5681526"/>
          </a:xfrm>
          <a:prstGeom prst="rect">
            <a:avLst/>
          </a:prstGeom>
        </p:spPr>
      </p:pic>
      <p:pic>
        <p:nvPicPr>
          <p:cNvPr id="3" name="Picture 2" descr="A black square with red dots in the shape of a heart&#10;&#10;AI-generated content may be incorrect.">
            <a:extLst>
              <a:ext uri="{FF2B5EF4-FFF2-40B4-BE49-F238E27FC236}">
                <a16:creationId xmlns:a16="http://schemas.microsoft.com/office/drawing/2014/main" id="{0FFAFAEB-A219-6FE8-F90C-FC803EC52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870" y="1328097"/>
            <a:ext cx="2035806" cy="227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862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18162</TotalTime>
  <Words>45</Words>
  <Application>Microsoft Macintosh PowerPoint</Application>
  <PresentationFormat>Widescreen</PresentationFormat>
  <Paragraphs>36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Malgun Gothic Semilight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Toni Esan</dc:creator>
  <cp:lastModifiedBy>Toni Esan</cp:lastModifiedBy>
  <cp:revision>2</cp:revision>
  <dcterms:created xsi:type="dcterms:W3CDTF">2026-03-03T19:04:32Z</dcterms:created>
  <dcterms:modified xsi:type="dcterms:W3CDTF">2026-05-05T10:10:46Z</dcterms:modified>
</cp:coreProperties>
</file>